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Poppins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557378" y="-20781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681174" y="537652"/>
            <a:ext cx="9211695" cy="9211695"/>
          </a:xfrm>
          <a:custGeom>
            <a:avLst/>
            <a:gdLst/>
            <a:ahLst/>
            <a:cxnLst/>
            <a:rect l="l" t="t" r="r" b="b"/>
            <a:pathLst>
              <a:path w="9211695" h="9211695">
                <a:moveTo>
                  <a:pt x="0" y="0"/>
                </a:moveTo>
                <a:lnTo>
                  <a:pt x="9211696" y="0"/>
                </a:lnTo>
                <a:lnTo>
                  <a:pt x="9211696" y="9211696"/>
                </a:lnTo>
                <a:lnTo>
                  <a:pt x="0" y="9211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04800" y="3520619"/>
            <a:ext cx="12946617" cy="2667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95"/>
              </a:lnSpc>
            </a:pPr>
            <a:r>
              <a:rPr lang="en-US" sz="1563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BudgetWise</a:t>
            </a:r>
            <a:endParaRPr lang="en-US" sz="15639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02346" y="842131"/>
            <a:ext cx="8602739" cy="8602739"/>
          </a:xfrm>
          <a:custGeom>
            <a:avLst/>
            <a:gdLst/>
            <a:ahLst/>
            <a:cxnLst/>
            <a:rect l="l" t="t" r="r" b="b"/>
            <a:pathLst>
              <a:path w="8602739" h="8602739">
                <a:moveTo>
                  <a:pt x="0" y="0"/>
                </a:moveTo>
                <a:lnTo>
                  <a:pt x="8602738" y="0"/>
                </a:lnTo>
                <a:lnTo>
                  <a:pt x="8602738" y="8602738"/>
                </a:lnTo>
                <a:lnTo>
                  <a:pt x="0" y="86027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842631" y="842131"/>
            <a:ext cx="8602739" cy="8602739"/>
          </a:xfrm>
          <a:custGeom>
            <a:avLst/>
            <a:gdLst/>
            <a:ahLst/>
            <a:cxnLst/>
            <a:rect l="l" t="t" r="r" b="b"/>
            <a:pathLst>
              <a:path w="8602739" h="8602739">
                <a:moveTo>
                  <a:pt x="0" y="0"/>
                </a:moveTo>
                <a:lnTo>
                  <a:pt x="8602738" y="0"/>
                </a:lnTo>
                <a:lnTo>
                  <a:pt x="8602738" y="8602738"/>
                </a:lnTo>
                <a:lnTo>
                  <a:pt x="0" y="860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962554" y="842131"/>
            <a:ext cx="8602739" cy="8602739"/>
          </a:xfrm>
          <a:custGeom>
            <a:avLst/>
            <a:gdLst/>
            <a:ahLst/>
            <a:cxnLst/>
            <a:rect l="l" t="t" r="r" b="b"/>
            <a:pathLst>
              <a:path w="8602739" h="8602739">
                <a:moveTo>
                  <a:pt x="0" y="0"/>
                </a:moveTo>
                <a:lnTo>
                  <a:pt x="8602739" y="0"/>
                </a:lnTo>
                <a:lnTo>
                  <a:pt x="8602739" y="8602738"/>
                </a:lnTo>
                <a:lnTo>
                  <a:pt x="0" y="860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256894" y="8250330"/>
            <a:ext cx="6987516" cy="4114800"/>
          </a:xfrm>
          <a:custGeom>
            <a:avLst/>
            <a:gdLst/>
            <a:ahLst/>
            <a:cxnLst/>
            <a:rect l="l" t="t" r="r" b="b"/>
            <a:pathLst>
              <a:path w="6987516" h="4114800">
                <a:moveTo>
                  <a:pt x="0" y="0"/>
                </a:moveTo>
                <a:lnTo>
                  <a:pt x="6987516" y="0"/>
                </a:lnTo>
                <a:lnTo>
                  <a:pt x="69875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855099" y="854692"/>
            <a:ext cx="8577616" cy="8577616"/>
          </a:xfrm>
          <a:custGeom>
            <a:avLst/>
            <a:gdLst/>
            <a:ahLst/>
            <a:cxnLst/>
            <a:rect l="l" t="t" r="r" b="b"/>
            <a:pathLst>
              <a:path w="8577616" h="8577616">
                <a:moveTo>
                  <a:pt x="0" y="0"/>
                </a:moveTo>
                <a:lnTo>
                  <a:pt x="8577616" y="0"/>
                </a:lnTo>
                <a:lnTo>
                  <a:pt x="8577616" y="8577616"/>
                </a:lnTo>
                <a:lnTo>
                  <a:pt x="0" y="85776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997786" y="898644"/>
            <a:ext cx="8533664" cy="8533664"/>
          </a:xfrm>
          <a:custGeom>
            <a:avLst/>
            <a:gdLst/>
            <a:ahLst/>
            <a:cxnLst/>
            <a:rect l="l" t="t" r="r" b="b"/>
            <a:pathLst>
              <a:path w="8533664" h="8533664">
                <a:moveTo>
                  <a:pt x="0" y="0"/>
                </a:moveTo>
                <a:lnTo>
                  <a:pt x="8533664" y="0"/>
                </a:lnTo>
                <a:lnTo>
                  <a:pt x="8533664" y="8533664"/>
                </a:lnTo>
                <a:lnTo>
                  <a:pt x="0" y="8533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512431" y="854692"/>
            <a:ext cx="8577616" cy="8577616"/>
          </a:xfrm>
          <a:custGeom>
            <a:avLst/>
            <a:gdLst/>
            <a:ahLst/>
            <a:cxnLst/>
            <a:rect l="l" t="t" r="r" b="b"/>
            <a:pathLst>
              <a:path w="8577616" h="8577616">
                <a:moveTo>
                  <a:pt x="0" y="0"/>
                </a:moveTo>
                <a:lnTo>
                  <a:pt x="8577616" y="0"/>
                </a:lnTo>
                <a:lnTo>
                  <a:pt x="8577616" y="8577616"/>
                </a:lnTo>
                <a:lnTo>
                  <a:pt x="0" y="8577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29646" y="941696"/>
            <a:ext cx="8403608" cy="8403608"/>
          </a:xfrm>
          <a:custGeom>
            <a:avLst/>
            <a:gdLst/>
            <a:ahLst/>
            <a:cxnLst/>
            <a:rect l="l" t="t" r="r" b="b"/>
            <a:pathLst>
              <a:path w="8403608" h="8403608">
                <a:moveTo>
                  <a:pt x="0" y="0"/>
                </a:moveTo>
                <a:lnTo>
                  <a:pt x="8403608" y="0"/>
                </a:lnTo>
                <a:lnTo>
                  <a:pt x="8403608" y="8403608"/>
                </a:lnTo>
                <a:lnTo>
                  <a:pt x="0" y="8403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114072" y="668357"/>
            <a:ext cx="8950286" cy="8950286"/>
          </a:xfrm>
          <a:custGeom>
            <a:avLst/>
            <a:gdLst/>
            <a:ahLst/>
            <a:cxnLst/>
            <a:rect l="l" t="t" r="r" b="b"/>
            <a:pathLst>
              <a:path w="8950286" h="8950286">
                <a:moveTo>
                  <a:pt x="0" y="0"/>
                </a:moveTo>
                <a:lnTo>
                  <a:pt x="8950286" y="0"/>
                </a:lnTo>
                <a:lnTo>
                  <a:pt x="8950286" y="8950286"/>
                </a:lnTo>
                <a:lnTo>
                  <a:pt x="0" y="8950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361071" y="668357"/>
            <a:ext cx="8950286" cy="8950286"/>
          </a:xfrm>
          <a:custGeom>
            <a:avLst/>
            <a:gdLst/>
            <a:ahLst/>
            <a:cxnLst/>
            <a:rect l="l" t="t" r="r" b="b"/>
            <a:pathLst>
              <a:path w="8950286" h="8950286">
                <a:moveTo>
                  <a:pt x="0" y="0"/>
                </a:moveTo>
                <a:lnTo>
                  <a:pt x="8950286" y="0"/>
                </a:lnTo>
                <a:lnTo>
                  <a:pt x="8950286" y="8950286"/>
                </a:lnTo>
                <a:lnTo>
                  <a:pt x="0" y="89502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836214" y="668357"/>
            <a:ext cx="8950286" cy="8950286"/>
          </a:xfrm>
          <a:custGeom>
            <a:avLst/>
            <a:gdLst/>
            <a:ahLst/>
            <a:cxnLst/>
            <a:rect l="l" t="t" r="r" b="b"/>
            <a:pathLst>
              <a:path w="8950286" h="8950286">
                <a:moveTo>
                  <a:pt x="0" y="0"/>
                </a:moveTo>
                <a:lnTo>
                  <a:pt x="8950286" y="0"/>
                </a:lnTo>
                <a:lnTo>
                  <a:pt x="8950286" y="8950286"/>
                </a:lnTo>
                <a:lnTo>
                  <a:pt x="0" y="8950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311357" y="668357"/>
            <a:ext cx="8950286" cy="8950286"/>
          </a:xfrm>
          <a:custGeom>
            <a:avLst/>
            <a:gdLst/>
            <a:ahLst/>
            <a:cxnLst/>
            <a:rect l="l" t="t" r="r" b="b"/>
            <a:pathLst>
              <a:path w="8950286" h="8950286">
                <a:moveTo>
                  <a:pt x="0" y="0"/>
                </a:moveTo>
                <a:lnTo>
                  <a:pt x="8950286" y="0"/>
                </a:lnTo>
                <a:lnTo>
                  <a:pt x="8950286" y="8950286"/>
                </a:lnTo>
                <a:lnTo>
                  <a:pt x="0" y="89502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67850" y="4193266"/>
            <a:ext cx="7347339" cy="2033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36"/>
              </a:lnSpc>
            </a:pPr>
            <a:r>
              <a:rPr lang="en-US" sz="1423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KONEC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Custom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Pink and White Gradient Modern Pattern Geometric Tech Company Presentation</dc:title>
  <cp:lastModifiedBy>Blagica Videva</cp:lastModifiedBy>
  <cp:revision>2</cp:revision>
  <dcterms:created xsi:type="dcterms:W3CDTF">2006-08-16T00:00:00Z</dcterms:created>
  <dcterms:modified xsi:type="dcterms:W3CDTF">2026-06-10T20:19:01Z</dcterms:modified>
  <dc:identifier>DAHMM-3X1Cw</dc:identifier>
</cp:coreProperties>
</file>